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c124-7fd2-86a7-8000-00004b33eb39.png?kimi-sig=yUJjssphaniUpEvRP67FQw3-rbm5QygGqQeTmGyjn9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c129-dfe2-8c4d-8000-00004a4810c8.png?kimi-sig=yrUCroIiiI5fhLOvMwNIi17SPXtgvpL4nsm4beLiXF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c12a-8ca2-87d3-8000-0000a17ca832.png?kimi-sig=WjhWQjsenLPRqwBhLQMKROnbkhRTQjWR19MsCjcSx3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c129-b1b2-8ade-8000-0000fa9a26cd.png?kimi-sig=Flm4bDwXnulDwIBkdb_3FJKa6LBANJ5GibOUDvbBm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c12a-7c32-8a0b-8000-000003fe4a13.png?kimi-sig=AyGvPj0JdBGIrZhXfEpP9UMA2yVCYwD4kG4jYdSRFQ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c129-3d32-8eb7-8000-00000b1912f5.png?kimi-sig=qw6zcpbc464Wp6mjsEs-vi7xsKkE7drTzDexVC_x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c137-bd72-80ee-8000-00009c8dffdc.png?kimi-sig=KMK01wGmfwnDhR7YPV0ouqZqI178bi9_n-WJvVGzIh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c12f-bdf2-8876-8000-00002268bab5.png?kimi-sig=IttgfjFX2pTaMslbR7g2_qO3TIifeKhKiySy8Ky1-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c130-1e02-8e11-8000-0000e9a6371f.png?kimi-sig=10MgQGHCOKCgOCQe0ByJdfED-T842OwYhb84RRhJg2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Strange Loops in AI Alignment</dc:title>
  <dc:subject>Strange Loops in AI Alignment</dc:subject>
  <dc:creator>Kimi</dc:creator>
  <cp:lastModifiedBy>Kimi</cp:lastModifiedBy>
  <cp:revision>1</cp:revision>
  <dcterms:created xsi:type="dcterms:W3CDTF">2026-01-02T00:20:29Z</dcterms:created>
  <dcterms:modified xsi:type="dcterms:W3CDTF">2026-01-02T00:20:29Z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{"Label":"Strange Loops in AI Alignment","ContentProducer":"001191110108MACG2KBH8F10000","ProduceID":"19b7c11f-9af2-877d-8000-0000ea7e9284","ReservedCode1":"","ContentPropagator":"001191110108MACG2KBH8F20000","PropagateID":"19b7c11f-9af2-877d-8000-0000ea7e9284","ReservedCode2":""}</vt:lpwstr>
  </property>
</Properties>
</file>