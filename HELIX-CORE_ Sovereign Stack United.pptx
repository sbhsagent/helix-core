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73-eee2-8eab-8000-0000845fcf3f.png?kimi-sig=hwI9g04xFegOxZ8-bHc82CCUMpEraesS8eKdmCCeN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7c-5b32-87a6-8000-00001bef0dd1.png?kimi-sig=NAENzDvRDJOre66HYe1o5D5H9kcLp5it35zP2YUyw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7c-c5b2-8e72-8000-0000b1d4341c.png?kimi-sig=NtDVU86lu19YjeMqxBBG3iua5oQQ4FBKPGOmR8PBq9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7b-e8b2-85cd-8000-00001d576e22.png?kimi-sig=rGxSpVSkZ87q6azJoGchP-GxwdyfddCfNx_RrDLBaX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86-4ec2-8c29-8000-00008dad7d98.png?kimi-sig=hBW-CQn2tXkynGNHA4WUVHmn0QrhBa6U6G1oN0L2tV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7b-4fe2-85e3-8000-0000672d3610.png?kimi-sig=Y8E87WSppMuzX_iik-fw8tnVJ6UaH9DfNMA8BBGGm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8b-a742-88cd-8000-0000aa498447.png?kimi-sig=67K_Tiv5Is2h7j3poHjLB0mixHNL5CFCPxc2pO3pth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8d-d052-898a-8000-000060200345.png?kimi-sig=OzxVBnqHrfqyvF_6cY8NKmgW0fxuaHVEdtDFkQfwtb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298b-41a2-8e38-8000-000059667b57.png?kimi-sig=8AF2afmTEdNd1EjjKYbNU-_rvi1E77JWlD8zsXD9D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HELIX-CORE: Sovereign Stack United</dc:title>
  <dc:subject>HELIX-CORE: Sovereign Stack United</dc:subject>
  <dc:creator>Kimi</dc:creator>
  <cp:lastModifiedBy>Kimi</cp:lastModifiedBy>
  <cp:revision>1</cp:revision>
  <dcterms:created xsi:type="dcterms:W3CDTF">2025-12-31T04:10:28Z</dcterms:created>
  <dcterms:modified xsi:type="dcterms:W3CDTF">2025-12-31T04:10:28Z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{"Label":"HELIX-CORE: Sovereign Stack United","ContentProducer":"001191110108MACG2KBH8F10000","ProduceID":"19b72969-e6a2-80db-8000-0000c5271fae","ReservedCode1":"","ContentPropagator":"001191110108MACG2KBH8F20000","PropagateID":"19b72969-e6a2-80db-8000-0000c5271fae","ReservedCode2":""}</vt:lpwstr>
  </property>
</Properties>
</file>